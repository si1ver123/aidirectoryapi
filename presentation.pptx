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eb0de38b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eb0de38b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eb0de38bb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ceb0de38bb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ebc09d634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ebc09d634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ebc09d63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cebc09d63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ebc09d634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cebc09d634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ebc09d63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cebc09d63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cebc09d634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cebc09d634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readme.md" TargetMode="External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AI Tool Dataset Browser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697400" y="2531250"/>
            <a:ext cx="67275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 A REST API to manage a dataset of AI tools, made in Django</a:t>
            </a:r>
            <a:endParaRPr sz="1900"/>
          </a:p>
        </p:txBody>
      </p:sp>
      <p:sp>
        <p:nvSpPr>
          <p:cNvPr id="88" name="Google Shape;88;p13"/>
          <p:cNvSpPr txBox="1"/>
          <p:nvPr/>
        </p:nvSpPr>
        <p:spPr>
          <a:xfrm>
            <a:off x="729450" y="3473125"/>
            <a:ext cx="5118000" cy="1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999999"/>
                </a:solidFill>
                <a:latin typeface="Lato"/>
                <a:ea typeface="Lato"/>
                <a:cs typeface="Lato"/>
                <a:sym typeface="Lato"/>
              </a:rPr>
              <a:t>Connor George</a:t>
            </a:r>
            <a:endParaRPr sz="1600">
              <a:solidFill>
                <a:srgbClr val="99999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Features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729450" y="2342600"/>
            <a:ext cx="5010000" cy="20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Multiple REST endpoints for Django models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User roles, permissions and JWT authentication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Automatic Swagger documentation with </a:t>
            </a:r>
            <a:r>
              <a:rPr lang="en-GB" sz="1400"/>
              <a:t>drf-spectacular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Asynchronous WebSocket connections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Background Task Workers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Natural Language Recommendations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Email Alerts</a:t>
            </a:r>
            <a:endParaRPr sz="1400"/>
          </a:p>
        </p:txBody>
      </p:sp>
      <p:pic>
        <p:nvPicPr>
          <p:cNvPr id="95" name="Google Shape;9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5862" y="178250"/>
            <a:ext cx="2164352" cy="2164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0368" y="1727450"/>
            <a:ext cx="2335333" cy="103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9246" y="2946827"/>
            <a:ext cx="2057574" cy="57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88561" y="3710650"/>
            <a:ext cx="1458951" cy="93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Database Layout</a:t>
            </a:r>
            <a:endParaRPr/>
          </a:p>
        </p:txBody>
      </p:sp>
      <p:sp>
        <p:nvSpPr>
          <p:cNvPr id="104" name="Google Shape;104;p15"/>
          <p:cNvSpPr txBox="1"/>
          <p:nvPr>
            <p:ph idx="1" type="body"/>
          </p:nvPr>
        </p:nvSpPr>
        <p:spPr>
          <a:xfrm>
            <a:off x="729450" y="2078875"/>
            <a:ext cx="3893100" cy="247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GB" sz="1400"/>
              <a:t>CustomUser </a:t>
            </a:r>
            <a:r>
              <a:rPr lang="en-GB" sz="1400"/>
              <a:t>model extends the default Django User model with extra fields</a:t>
            </a:r>
            <a:endParaRPr sz="1400"/>
          </a:p>
          <a:p>
            <a:pPr indent="-317500" lvl="0" marL="4572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b="1" lang="en-GB" sz="1400"/>
              <a:t>Tool </a:t>
            </a:r>
            <a:r>
              <a:rPr lang="en-GB" sz="1400"/>
              <a:t>has foreign keys to fields which are </a:t>
            </a:r>
            <a:r>
              <a:rPr i="1" lang="en-GB" sz="1400"/>
              <a:t>categories </a:t>
            </a:r>
            <a:r>
              <a:rPr lang="en-GB" sz="1400"/>
              <a:t>such as </a:t>
            </a:r>
            <a:r>
              <a:rPr b="1" lang="en-GB" sz="1400"/>
              <a:t>Developer</a:t>
            </a:r>
            <a:endParaRPr b="1" sz="1400"/>
          </a:p>
          <a:p>
            <a:pPr indent="-317500" lvl="0" marL="4572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b="1" lang="en-GB" sz="1400"/>
              <a:t>RecommendationResults </a:t>
            </a:r>
            <a:r>
              <a:rPr lang="en-GB" sz="1400"/>
              <a:t>stores </a:t>
            </a:r>
            <a:r>
              <a:rPr lang="en-GB" sz="1400"/>
              <a:t>the results of background tasks so that they can be retrieved after processing</a:t>
            </a:r>
            <a:endParaRPr sz="1400"/>
          </a:p>
          <a:p>
            <a:pPr indent="-317500" lvl="0" marL="457200" rtl="0" algn="l">
              <a:lnSpc>
                <a:spcPct val="9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b="1" lang="en-GB" sz="1400"/>
              <a:t>CustomUser</a:t>
            </a:r>
            <a:r>
              <a:rPr lang="en-GB" sz="1400"/>
              <a:t> has a many-to-many relationship  to </a:t>
            </a:r>
            <a:r>
              <a:rPr b="1" lang="en-GB" sz="1400"/>
              <a:t>Tool</a:t>
            </a:r>
            <a:r>
              <a:rPr lang="en-GB" sz="1400"/>
              <a:t> to store a list of favourite tools</a:t>
            </a:r>
            <a:endParaRPr sz="1400"/>
          </a:p>
        </p:txBody>
      </p:sp>
      <p:pic>
        <p:nvPicPr>
          <p:cNvPr id="105" name="Google Shape;105;p15" title="db_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5050" y="1286650"/>
            <a:ext cx="3663100" cy="315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Documentation</a:t>
            </a:r>
            <a:endParaRPr/>
          </a:p>
        </p:txBody>
      </p:sp>
      <p:sp>
        <p:nvSpPr>
          <p:cNvPr id="111" name="Google Shape;111;p16"/>
          <p:cNvSpPr txBox="1"/>
          <p:nvPr>
            <p:ph idx="1" type="body"/>
          </p:nvPr>
        </p:nvSpPr>
        <p:spPr>
          <a:xfrm>
            <a:off x="729450" y="2078875"/>
            <a:ext cx="29526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Swagger documentation generated by </a:t>
            </a:r>
            <a:r>
              <a:rPr b="1" lang="en-GB"/>
              <a:t>drf-spectacular</a:t>
            </a:r>
            <a:endParaRPr b="1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E</a:t>
            </a:r>
            <a:r>
              <a:rPr lang="en-GB"/>
              <a:t>xpected request and response structure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Parameter descriptions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Example Usages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Interactive when running the Django server</a:t>
            </a:r>
            <a:endParaRPr/>
          </a:p>
        </p:txBody>
      </p:sp>
      <p:pic>
        <p:nvPicPr>
          <p:cNvPr id="112" name="Google Shape;11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1950" y="1150925"/>
            <a:ext cx="4733051" cy="325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Demo</a:t>
            </a:r>
            <a:endParaRPr/>
          </a:p>
        </p:txBody>
      </p:sp>
      <p:sp>
        <p:nvSpPr>
          <p:cNvPr id="118" name="Google Shape;118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Technical Report</a:t>
            </a:r>
            <a:endParaRPr/>
          </a:p>
        </p:txBody>
      </p:sp>
      <p:sp>
        <p:nvSpPr>
          <p:cNvPr id="124" name="Google Shape;124;p18"/>
          <p:cNvSpPr txBox="1"/>
          <p:nvPr>
            <p:ph idx="1" type="body"/>
          </p:nvPr>
        </p:nvSpPr>
        <p:spPr>
          <a:xfrm>
            <a:off x="729450" y="1853850"/>
            <a:ext cx="7688700" cy="28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405"/>
              <a:t>The technical report summarises:</a:t>
            </a:r>
            <a:endParaRPr sz="1405"/>
          </a:p>
          <a:p>
            <a:pPr indent="-317817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05"/>
              <a:buChar char="●"/>
            </a:pPr>
            <a:r>
              <a:rPr lang="en-GB" sz="1405"/>
              <a:t>Architecture</a:t>
            </a:r>
            <a:endParaRPr sz="1405"/>
          </a:p>
          <a:p>
            <a:pPr indent="-31781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5"/>
              <a:buChar char="●"/>
            </a:pPr>
            <a:r>
              <a:rPr lang="en-GB" sz="1405"/>
              <a:t>Implementation</a:t>
            </a:r>
            <a:endParaRPr sz="1405"/>
          </a:p>
          <a:p>
            <a:pPr indent="-31781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5"/>
              <a:buChar char="●"/>
            </a:pPr>
            <a:r>
              <a:rPr lang="en-GB" sz="1405"/>
              <a:t>Testing</a:t>
            </a:r>
            <a:endParaRPr sz="1405"/>
          </a:p>
          <a:p>
            <a:pPr indent="-31781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5"/>
              <a:buChar char="●"/>
            </a:pPr>
            <a:r>
              <a:rPr lang="en-GB" sz="1405"/>
              <a:t>Challenges Faced</a:t>
            </a:r>
            <a:endParaRPr sz="1405"/>
          </a:p>
          <a:p>
            <a:pPr indent="-31781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5"/>
              <a:buChar char="●"/>
            </a:pPr>
            <a:r>
              <a:rPr lang="en-GB" sz="1405"/>
              <a:t>Limitations</a:t>
            </a:r>
            <a:endParaRPr sz="1405"/>
          </a:p>
          <a:p>
            <a:pPr indent="-31781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5"/>
              <a:buChar char="●"/>
            </a:pPr>
            <a:r>
              <a:rPr lang="en-GB" sz="1405"/>
              <a:t>GenAI usage</a:t>
            </a:r>
            <a:endParaRPr sz="140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-GB" sz="1405"/>
              <a:t>The report is written in Overleaf with Latex, allowing for professional, academic formatting.</a:t>
            </a:r>
            <a:endParaRPr sz="140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GB" sz="1405"/>
              <a:t>A highlight of the report is where I describe the potential room for improvement, by implementing vector databases for faster natural language queries and adding structured logging for debugging errors.</a:t>
            </a:r>
            <a:endParaRPr sz="1405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GitHub Version Control</a:t>
            </a:r>
            <a:endParaRPr/>
          </a:p>
        </p:txBody>
      </p:sp>
      <p:sp>
        <p:nvSpPr>
          <p:cNvPr id="130" name="Google Shape;130;p19"/>
          <p:cNvSpPr txBox="1"/>
          <p:nvPr>
            <p:ph idx="1" type="body"/>
          </p:nvPr>
        </p:nvSpPr>
        <p:spPr>
          <a:xfrm>
            <a:off x="729450" y="2078875"/>
            <a:ext cx="40371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Commits for new features or bugfixes with concise messages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Branch for development and production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GitHub Actions CI workflow to run Django tests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Detailed </a:t>
            </a:r>
            <a:r>
              <a:rPr lang="en-GB" sz="1400" u="sng">
                <a:solidFill>
                  <a:schemeClr val="hlink"/>
                </a:solidFill>
                <a:hlinkClick r:id="rId3"/>
              </a:rPr>
              <a:t>README.md</a:t>
            </a:r>
            <a:r>
              <a:rPr lang="en-GB" sz="1400"/>
              <a:t> summarising the project, key features and API documentation</a:t>
            </a:r>
            <a:endParaRPr sz="1400"/>
          </a:p>
        </p:txBody>
      </p:sp>
      <p:pic>
        <p:nvPicPr>
          <p:cNvPr id="131" name="Google Shape;13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3125" y="687500"/>
            <a:ext cx="2589302" cy="1456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08756" y="2603948"/>
            <a:ext cx="1258025" cy="2036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Q&amp;A</a:t>
            </a:r>
            <a:endParaRPr/>
          </a:p>
        </p:txBody>
      </p:sp>
      <p:sp>
        <p:nvSpPr>
          <p:cNvPr id="138" name="Google Shape;138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